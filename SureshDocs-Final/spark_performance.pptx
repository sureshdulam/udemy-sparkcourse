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66" d="100"/>
          <a:sy n="66" d="100"/>
        </p:scale>
        <p:origin x="67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F1A03-7F3A-439E-89F5-863816FD78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1DDAFB-2BFE-4744-8F2F-DFBBD9792E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CB232-EFC2-4FFD-A277-3CC3DBD4B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2C6FE-164B-41FB-B8F5-4AEBE88C484C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1DC0C-9805-475B-92E6-C188D2824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039AF-0770-4BAE-BA89-AEDCABEEB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48C13-84A2-43EA-BEAD-7AB7FFCB2C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3277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5ACD5-C29D-4452-93C2-5D189CD34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0B079-DC38-484C-9E5C-B87506EDC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C9F5B-737B-440A-B13E-32415B0DE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2C6FE-164B-41FB-B8F5-4AEBE88C484C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2ED44-2835-43BF-9C67-FB74AEE2C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5F6D0-47B8-4EA7-A0D3-07AC9E8B5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48C13-84A2-43EA-BEAD-7AB7FFCB2C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7533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CE20E-680C-4B4F-A229-4E0DEB141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DF0E00-B66C-4658-A262-FA019C962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F1C60-9EB6-4D8E-8270-E635A6C82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2C6FE-164B-41FB-B8F5-4AEBE88C484C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6BDB1-05D7-40DF-A5A1-4AB7E173C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0812E-5219-457C-8D72-114D94A0B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48C13-84A2-43EA-BEAD-7AB7FFCB2C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404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9FAED-4950-4920-B904-575BB032E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AD37A-16F8-4331-93C9-69ACE4B02A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649D69-7BC9-4450-8B53-6EA3A31B73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E55F1-D430-464B-AEE9-A4DD96DAE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2C6FE-164B-41FB-B8F5-4AEBE88C484C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3CAE0B-52C7-47F1-BDFD-69ADA4411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9F651E-50E9-46EF-AD8E-D64248D41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48C13-84A2-43EA-BEAD-7AB7FFCB2C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065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9244F-9713-4754-882D-52CDE304E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58870A-66A6-4D2E-9AFF-29BA2A1DA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677239-D186-46FD-8C7B-1BC8DB68A5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FD3FE1-EE1B-4BCD-BCC5-5992EB434A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144C8E-58CA-4235-B3B2-9655D253F1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FB285B-3E50-42FF-90FB-4625C9579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2C6FE-164B-41FB-B8F5-4AEBE88C484C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D338E0-DEA6-4481-9B11-42BAEB92E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6B51FC-1278-4B9A-B08D-F8C71237C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48C13-84A2-43EA-BEAD-7AB7FFCB2C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1887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751F9-6E0E-4307-86C0-7B6481CE1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3CCCA3-0596-4F7E-9798-FC509124A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2C6FE-164B-41FB-B8F5-4AEBE88C484C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C47537-38C8-481D-9D87-53DCC16C0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590A5D-EDA9-4675-96BB-8F2115856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48C13-84A2-43EA-BEAD-7AB7FFCB2C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3950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31C405-B109-4EFB-B2B8-6CC778C51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2C6FE-164B-41FB-B8F5-4AEBE88C484C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D745D2-5D5E-4F25-B2E3-943190FE2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71E0F-3B2D-4043-90B6-A775BEAAF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48C13-84A2-43EA-BEAD-7AB7FFCB2C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022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65194-90A9-4210-BA8C-0D3BDD57E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B2538-74E1-457E-A2E2-49C6CA2C1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966817-173D-48EC-BD36-B52F55EC08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AF06B1-C28B-4D59-B0F4-2915695AF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2C6FE-164B-41FB-B8F5-4AEBE88C484C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9A7BA-828E-47AE-9651-D198B1700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5BF955-88B7-4B5D-B38F-8EDE4FD99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48C13-84A2-43EA-BEAD-7AB7FFCB2C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135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38E9E-94F6-4F49-840C-3A14987E8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2E9964-E008-4970-9981-77E08F587F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0F2551-962E-440B-A327-315A7106F9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279894-99BE-430B-BF31-7F1CA2DB9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2C6FE-164B-41FB-B8F5-4AEBE88C484C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8E628-9323-43C9-884C-0EB8DB4A9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5D5250-9D83-4307-A46B-7EA0C3851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48C13-84A2-43EA-BEAD-7AB7FFCB2C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348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8F0F9-93F5-4DEF-9711-A77365D05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E7E717-9D12-4CDD-BBC0-4894A3F0B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209AC-7578-4CB8-B1D3-2CD2B45C2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2C6FE-164B-41FB-B8F5-4AEBE88C484C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72FE2-8FA7-4E13-93EA-D970BEC34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74937-9044-4CD4-B857-B4D6A46D5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48C13-84A2-43EA-BEAD-7AB7FFCB2C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529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8A5C36-140F-41A9-ADC4-E16CBDFAA7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4480AA-88C4-4325-AF2D-CB7BE4C920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C581D-ECCC-414B-BA11-C6409BE23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2C6FE-164B-41FB-B8F5-4AEBE88C484C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AFC12-498B-4EC1-9FF6-AAABAA6D9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0F224-01A9-4571-9105-45842FF4A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48C13-84A2-43EA-BEAD-7AB7FFCB2C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876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9D6A3C-B992-4825-B7DE-62CB3DDD1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33C58E-BD53-4184-BC91-2E74AB6A8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090E5-E9C1-452B-B481-88D11C9716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2C6FE-164B-41FB-B8F5-4AEBE88C484C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3745D-10A5-47A0-85B6-109B2757A6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45D6D-07DF-401B-A472-8DC17C3B1E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648C13-84A2-43EA-BEAD-7AB7FFCB2C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7953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6807A68-E5BA-4FD2-838C-E3DFEBDCA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29" y="870857"/>
            <a:ext cx="10150193" cy="54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403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7FF9F3-6178-4B18-8BE4-DDE387E6B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303" y="624114"/>
            <a:ext cx="10667762" cy="589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528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7A017F-E459-431B-8D09-541C7E4F1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627" y="430552"/>
            <a:ext cx="11344746" cy="628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507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1EA805-87FD-4C6E-9C3A-9C6BCDA2A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943" y="646045"/>
            <a:ext cx="8563428" cy="6007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079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AE39F4-8356-43FA-9DF4-6C1B07C3E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160" y="823686"/>
            <a:ext cx="9697557" cy="5210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873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6A5BB5-9EB3-414C-89F9-5A392D021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463" y="1298574"/>
            <a:ext cx="7898523" cy="479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953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C1B7B6-B0AE-41CF-B59D-4A1F82A33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37" y="381000"/>
            <a:ext cx="10774326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265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E07F59-8E8C-4E2F-B36F-FBF8C969F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401" y="537029"/>
            <a:ext cx="11399422" cy="599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620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566525-9235-47AB-BE4B-7E2CEEB8A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75" y="522514"/>
            <a:ext cx="11205065" cy="6110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942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BA3C8B-FE1D-40EF-AFE7-5C73C66E5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02" y="551543"/>
            <a:ext cx="11079719" cy="5704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47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5C5739-7878-4FED-8394-54325352B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39" y="609600"/>
            <a:ext cx="11074325" cy="5529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267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6B1540-CCEE-4F0D-84CE-0CCF115EA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02" y="609601"/>
            <a:ext cx="10652906" cy="5718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169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BA966B-D5C1-42A0-A1A9-3F78E01F9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33" y="609600"/>
            <a:ext cx="11164823" cy="590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556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3ECBE-B359-4079-86DF-7FFDD0018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88" y="188686"/>
            <a:ext cx="12280658" cy="656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433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8DC5F5-F60C-4831-9627-A2D611FB9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8" y="391886"/>
            <a:ext cx="11924171" cy="599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408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7A76CD-D654-4D10-9B63-A7A2E1930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935" y="798286"/>
            <a:ext cx="10020438" cy="5210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792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srinivasfabric</dc:creator>
  <cp:lastModifiedBy>srinivasfabric</cp:lastModifiedBy>
  <cp:revision>17</cp:revision>
  <dcterms:created xsi:type="dcterms:W3CDTF">2025-05-28T10:07:06Z</dcterms:created>
  <dcterms:modified xsi:type="dcterms:W3CDTF">2025-05-28T14:22:51Z</dcterms:modified>
</cp:coreProperties>
</file>